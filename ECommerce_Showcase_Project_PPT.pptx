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4"/>
  </p:notesMasterIdLst>
  <p:sldIdLst>
    <p:sldId id="256" r:id="rId5"/>
    <p:sldId id="2146847058" r:id="rId6"/>
    <p:sldId id="2146847059" r:id="rId7"/>
    <p:sldId id="2146847060" r:id="rId8"/>
    <p:sldId id="2146847061" r:id="rId9"/>
    <p:sldId id="2146847062" r:id="rId10"/>
    <p:sldId id="2146847063" r:id="rId11"/>
    <p:sldId id="2146847064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>
        <p:scale>
          <a:sx n="62" d="100"/>
          <a:sy n="62" d="100"/>
        </p:scale>
        <p:origin x="7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9/27/2025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9/27/2025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IN" dirty="0"/>
              <a:t>E-Commerce Product Showcase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6563" y="4247318"/>
            <a:ext cx="798018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Goswami Krisha – College Of Agriculture Information Technology, AAU, Anand –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B.Tech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(AIT)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face challenges in showcasing products online: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Existing platforms are too costly or complex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No simple way to add Cart/Wishlist features without backend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Customers expect dark/light mode, product filters, and details like modern e-commerce apps</a:t>
            </a: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lightweight, front-end only product showcase was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 Used: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HTML5 → Webpage layout &amp; structure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CSS3 → Styling, Responsive Grid, Dark/Light Themes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JavaScript (ES6) → Interactive features,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Implemented: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Category Filter (Clothing, Electronics, Accessories)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Search &amp; View Details (Modal popup)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Add to Cart &amp; Wishlist (persistent using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Dark/Light Mode Toggle (saved in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Display: Products defined with name, category, price, image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&amp; Search: JavaScript dynamically shows products based on category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&amp; Wishlist: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Add/Remove products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Stored in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(persists after refresh)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Popup: Shows enlarged product details on 'View'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Toggle: Dark/Light mode saved using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fully working front-end e-commerce showcase.</a:t>
            </a: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Filter products by category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Switch between Dark/Light mode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Add items to Cart &amp; Wishlist (persistent)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View product details in popup</a:t>
            </a: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lightweight e-commerce system with only HTML, CSS &amp; JS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professional product presentation for small shops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usage for persistent cart/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extend with backend (Node.js, Flask, Django)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backend for: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 login &amp; order management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Payment gateway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Admin dashboard for product management</a:t>
            </a: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advanced features: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AI product recommendations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Voice-based search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Progressive Web App (PWA)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 – HTML, CSS, JavaScript</a:t>
            </a:r>
          </a:p>
          <a:p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Unsplash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Free product images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v5.3 Docs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– Modal &amp;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tutorials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Pages / Netlify – Free hosting platforms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153</TotalTime>
  <Words>412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Times New Roman</vt:lpstr>
      <vt:lpstr>Wingdings 2</vt:lpstr>
      <vt:lpstr>DividendVTI</vt:lpstr>
      <vt:lpstr>E-Commerce Product Showcase</vt:lpstr>
      <vt:lpstr>Problem Statement</vt:lpstr>
      <vt:lpstr>System Development Approach</vt:lpstr>
      <vt:lpstr>Algorithm &amp; Workflow</vt:lpstr>
      <vt:lpstr>Results</vt:lpstr>
      <vt:lpstr>Conclusion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DELL</cp:lastModifiedBy>
  <cp:revision>60</cp:revision>
  <dcterms:created xsi:type="dcterms:W3CDTF">2021-05-26T16:50:10Z</dcterms:created>
  <dcterms:modified xsi:type="dcterms:W3CDTF">2025-09-27T09:35:35Z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